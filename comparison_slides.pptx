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Two 0–16 Seasons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2008 Detroit Lions vs 2017 Cleveland Browns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record, different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Detroit: 268 PF, 517 PA, −249 point differential</a:t>
            </a:r>
          </a:p>
          <a:p>
            <a:pPr>
              <a:defRPr sz="2200"/>
            </a:pPr>
            <a:r>
              <a:t>Cleveland: 234 PF, 410 PA, −176 point differential</a:t>
            </a:r>
          </a:p>
          <a:p>
            <a:pPr>
              <a:defRPr sz="2200"/>
            </a:pPr>
            <a:r>
              <a:t>Cleveland’s differential was 73 points better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Yardage versus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Detroit: 4,292 yards and 268 points</a:t>
            </a:r>
          </a:p>
          <a:p>
            <a:pPr>
              <a:defRPr sz="2200"/>
            </a:pPr>
            <a:r>
              <a:t>Cleveland: 4,942 yards and 234 points</a:t>
            </a:r>
          </a:p>
          <a:p>
            <a:pPr>
              <a:defRPr sz="2200"/>
            </a:pPr>
            <a:r>
              <a:t>Cleveland gained 650 more yards but scored 34 fewer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Detroit: 29 turnovers, 19 interceptions</a:t>
            </a:r>
          </a:p>
          <a:p>
            <a:pPr>
              <a:defRPr sz="2200"/>
            </a:pPr>
            <a:r>
              <a:t>Cleveland: 41 turnovers, 28 interceptions</a:t>
            </a:r>
          </a:p>
          <a:p>
            <a:pPr>
              <a:defRPr sz="2200"/>
            </a:pPr>
            <a:r>
              <a:t>Cleveland committed 12 more turnovers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 allowed 32.31 points/game and 6.4 opponent yards/play</a:t>
            </a:r>
          </a:p>
          <a:p>
            <a:pPr>
              <a:defRPr sz="2200"/>
            </a:pPr>
            <a:r>
              <a:t>Cleveland allowed 25.63 points/game and 5.1 opponent yards/play</a:t>
            </a:r>
          </a:p>
          <a:p>
            <a:pPr>
              <a:defRPr sz="2200"/>
            </a:pPr>
            <a:r>
              <a:t>Detroit’s aggregate defensive performance was worse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Situational splits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Third down: Cleveland 33.8%; Detroit 28.8%</a:t>
            </a:r>
          </a:p>
          <a:p>
            <a:pPr>
              <a:defRPr sz="2200"/>
            </a:pPr>
            <a:r>
              <a:t>Red-zone TD rate: Detroit 61.3%; Cleveland 48.7%</a:t>
            </a:r>
          </a:p>
          <a:p>
            <a:pPr>
              <a:defRPr sz="2200"/>
            </a:pPr>
            <a:r>
              <a:t>Drive scoring rate: Detroit 26.2%; Cleveland 22.0%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Detroit: Kevin Smith 976 rush yards; Calvin Johnson 1,331 receiving yards</a:t>
            </a:r>
          </a:p>
          <a:p>
            <a:pPr>
              <a:defRPr sz="2200"/>
            </a:pPr>
            <a:r>
              <a:t>Cleveland: Isaiah Crowell 853 rush yards; Duke Johnson 693 receiving yards</a:t>
            </a:r>
          </a:p>
          <a:p>
            <a:pPr>
              <a:defRPr sz="2200"/>
            </a:pPr>
            <a:r>
              <a:t>QB distribution: Detroit used four primary passers; Kizer led Cleveland with 2,894 yards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Verdict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Detroit worse by point differential and defense; Cleveland worse by turnovers and scoring efficiency</a:t>
            </a:r>
          </a:p>
          <a:p>
            <a:pPr>
              <a:defRPr sz="2200"/>
            </a:pPr>
            <a:r>
              <a:t>Raw play-by-play could not be downloaded here</a:t>
            </a:r>
          </a:p>
          <a:p>
            <a:pPr>
              <a:defRPr sz="2200"/>
            </a:pPr>
            <a:r>
              <a:t>EPA/play, success rate, explosive plays, full drive and play-level special teams remain uncomputed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